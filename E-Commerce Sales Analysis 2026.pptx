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am Rajput" userId="3f03a5e57df722c8" providerId="LiveId" clId="{E75B93BF-19EF-43FE-AE5D-323DA3AD6BF8}"/>
    <pc:docChg chg="custSel addSld modSld">
      <pc:chgData name="Neelam Rajput" userId="3f03a5e57df722c8" providerId="LiveId" clId="{E75B93BF-19EF-43FE-AE5D-323DA3AD6BF8}" dt="2026-05-09T20:18:06.528" v="226" actId="14100"/>
      <pc:docMkLst>
        <pc:docMk/>
      </pc:docMkLst>
      <pc:sldChg chg="modSp mod">
        <pc:chgData name="Neelam Rajput" userId="3f03a5e57df722c8" providerId="LiveId" clId="{E75B93BF-19EF-43FE-AE5D-323DA3AD6BF8}" dt="2026-05-09T20:12:30.965" v="174" actId="2711"/>
        <pc:sldMkLst>
          <pc:docMk/>
          <pc:sldMk cId="2969606376" sldId="262"/>
        </pc:sldMkLst>
        <pc:spChg chg="mod">
          <ac:chgData name="Neelam Rajput" userId="3f03a5e57df722c8" providerId="LiveId" clId="{E75B93BF-19EF-43FE-AE5D-323DA3AD6BF8}" dt="2026-05-09T20:12:30.965" v="174" actId="2711"/>
          <ac:spMkLst>
            <pc:docMk/>
            <pc:sldMk cId="2969606376" sldId="262"/>
            <ac:spMk id="3" creationId="{5387E3BC-FE8B-D9D0-788B-0E294F715AC7}"/>
          </ac:spMkLst>
        </pc:spChg>
      </pc:sldChg>
      <pc:sldChg chg="addSp delSp modSp mod">
        <pc:chgData name="Neelam Rajput" userId="3f03a5e57df722c8" providerId="LiveId" clId="{E75B93BF-19EF-43FE-AE5D-323DA3AD6BF8}" dt="2026-05-09T20:13:56.272" v="177" actId="1076"/>
        <pc:sldMkLst>
          <pc:docMk/>
          <pc:sldMk cId="872750069" sldId="263"/>
        </pc:sldMkLst>
        <pc:spChg chg="add del mod">
          <ac:chgData name="Neelam Rajput" userId="3f03a5e57df722c8" providerId="LiveId" clId="{E75B93BF-19EF-43FE-AE5D-323DA3AD6BF8}" dt="2026-05-09T20:13:52.419" v="176" actId="22"/>
          <ac:spMkLst>
            <pc:docMk/>
            <pc:sldMk cId="872750069" sldId="263"/>
            <ac:spMk id="4" creationId="{9E9AF3B0-E922-FBCA-38E6-82A56F4A89C4}"/>
          </ac:spMkLst>
        </pc:spChg>
        <pc:picChg chg="del">
          <ac:chgData name="Neelam Rajput" userId="3f03a5e57df722c8" providerId="LiveId" clId="{E75B93BF-19EF-43FE-AE5D-323DA3AD6BF8}" dt="2026-05-09T20:13:23.705" v="175" actId="478"/>
          <ac:picMkLst>
            <pc:docMk/>
            <pc:sldMk cId="872750069" sldId="263"/>
            <ac:picMk id="5" creationId="{03567C45-0C0D-70F6-F9B6-CC4698A0BF44}"/>
          </ac:picMkLst>
        </pc:picChg>
        <pc:picChg chg="add mod ord">
          <ac:chgData name="Neelam Rajput" userId="3f03a5e57df722c8" providerId="LiveId" clId="{E75B93BF-19EF-43FE-AE5D-323DA3AD6BF8}" dt="2026-05-09T20:13:56.272" v="177" actId="1076"/>
          <ac:picMkLst>
            <pc:docMk/>
            <pc:sldMk cId="872750069" sldId="263"/>
            <ac:picMk id="8" creationId="{98E6A282-3D10-75BA-677D-46C61E3CFD70}"/>
          </ac:picMkLst>
        </pc:picChg>
      </pc:sldChg>
      <pc:sldChg chg="addSp delSp modSp mod">
        <pc:chgData name="Neelam Rajput" userId="3f03a5e57df722c8" providerId="LiveId" clId="{E75B93BF-19EF-43FE-AE5D-323DA3AD6BF8}" dt="2026-05-09T20:16:36.151" v="219" actId="1076"/>
        <pc:sldMkLst>
          <pc:docMk/>
          <pc:sldMk cId="1833234737" sldId="264"/>
        </pc:sldMkLst>
        <pc:spChg chg="add mod">
          <ac:chgData name="Neelam Rajput" userId="3f03a5e57df722c8" providerId="LiveId" clId="{E75B93BF-19EF-43FE-AE5D-323DA3AD6BF8}" dt="2026-05-09T20:16:31.946" v="218" actId="5793"/>
          <ac:spMkLst>
            <pc:docMk/>
            <pc:sldMk cId="1833234737" sldId="264"/>
            <ac:spMk id="4" creationId="{7911F93A-F5FF-E0C5-E517-A590858E1135}"/>
          </ac:spMkLst>
        </pc:spChg>
        <pc:picChg chg="del">
          <ac:chgData name="Neelam Rajput" userId="3f03a5e57df722c8" providerId="LiveId" clId="{E75B93BF-19EF-43FE-AE5D-323DA3AD6BF8}" dt="2026-05-09T20:15:53.718" v="211" actId="478"/>
          <ac:picMkLst>
            <pc:docMk/>
            <pc:sldMk cId="1833234737" sldId="264"/>
            <ac:picMk id="5" creationId="{E7C16045-BE72-D431-81A5-F711C1A1D0F0}"/>
          </ac:picMkLst>
        </pc:picChg>
        <pc:picChg chg="add mod">
          <ac:chgData name="Neelam Rajput" userId="3f03a5e57df722c8" providerId="LiveId" clId="{E75B93BF-19EF-43FE-AE5D-323DA3AD6BF8}" dt="2026-05-09T20:16:36.151" v="219" actId="1076"/>
          <ac:picMkLst>
            <pc:docMk/>
            <pc:sldMk cId="1833234737" sldId="264"/>
            <ac:picMk id="7" creationId="{86C2B645-7DE7-956B-B8AA-1983E31853D2}"/>
          </ac:picMkLst>
        </pc:picChg>
      </pc:sldChg>
      <pc:sldChg chg="addSp delSp modSp mod">
        <pc:chgData name="Neelam Rajput" userId="3f03a5e57df722c8" providerId="LiveId" clId="{E75B93BF-19EF-43FE-AE5D-323DA3AD6BF8}" dt="2026-05-09T20:18:06.528" v="226" actId="14100"/>
        <pc:sldMkLst>
          <pc:docMk/>
          <pc:sldMk cId="2137828038" sldId="265"/>
        </pc:sldMkLst>
        <pc:spChg chg="add del mod">
          <ac:chgData name="Neelam Rajput" userId="3f03a5e57df722c8" providerId="LiveId" clId="{E75B93BF-19EF-43FE-AE5D-323DA3AD6BF8}" dt="2026-05-09T20:17:55.664" v="222" actId="22"/>
          <ac:spMkLst>
            <pc:docMk/>
            <pc:sldMk cId="2137828038" sldId="265"/>
            <ac:spMk id="4" creationId="{0973428D-B9D8-5360-42D7-EDBCE1F58BFA}"/>
          </ac:spMkLst>
        </pc:spChg>
        <pc:picChg chg="del">
          <ac:chgData name="Neelam Rajput" userId="3f03a5e57df722c8" providerId="LiveId" clId="{E75B93BF-19EF-43FE-AE5D-323DA3AD6BF8}" dt="2026-05-09T20:17:29.516" v="220" actId="478"/>
          <ac:picMkLst>
            <pc:docMk/>
            <pc:sldMk cId="2137828038" sldId="265"/>
            <ac:picMk id="5" creationId="{2DBF0A00-77C9-E1B8-1087-497C417CCD85}"/>
          </ac:picMkLst>
        </pc:picChg>
        <pc:picChg chg="add mod ord">
          <ac:chgData name="Neelam Rajput" userId="3f03a5e57df722c8" providerId="LiveId" clId="{E75B93BF-19EF-43FE-AE5D-323DA3AD6BF8}" dt="2026-05-09T20:18:06.528" v="226" actId="14100"/>
          <ac:picMkLst>
            <pc:docMk/>
            <pc:sldMk cId="2137828038" sldId="265"/>
            <ac:picMk id="7" creationId="{CC6BF3A3-78C5-0825-B432-2C347499B980}"/>
          </ac:picMkLst>
        </pc:picChg>
      </pc:sldChg>
      <pc:sldChg chg="addSp delSp modSp new mod">
        <pc:chgData name="Neelam Rajput" userId="3f03a5e57df722c8" providerId="LiveId" clId="{E75B93BF-19EF-43FE-AE5D-323DA3AD6BF8}" dt="2026-05-09T20:15:44.154" v="210" actId="14100"/>
        <pc:sldMkLst>
          <pc:docMk/>
          <pc:sldMk cId="2101481621" sldId="267"/>
        </pc:sldMkLst>
        <pc:spChg chg="mod">
          <ac:chgData name="Neelam Rajput" userId="3f03a5e57df722c8" providerId="LiveId" clId="{E75B93BF-19EF-43FE-AE5D-323DA3AD6BF8}" dt="2026-05-09T20:15:10.557" v="208" actId="20577"/>
          <ac:spMkLst>
            <pc:docMk/>
            <pc:sldMk cId="2101481621" sldId="267"/>
            <ac:spMk id="2" creationId="{4082847B-A442-A08F-403B-9E7BCB85CB98}"/>
          </ac:spMkLst>
        </pc:spChg>
        <pc:spChg chg="del">
          <ac:chgData name="Neelam Rajput" userId="3f03a5e57df722c8" providerId="LiveId" clId="{E75B93BF-19EF-43FE-AE5D-323DA3AD6BF8}" dt="2026-05-09T20:15:39.317" v="209" actId="22"/>
          <ac:spMkLst>
            <pc:docMk/>
            <pc:sldMk cId="2101481621" sldId="267"/>
            <ac:spMk id="3" creationId="{9F726D26-9A7F-1F4C-CB1C-7CEC5ADED0DD}"/>
          </ac:spMkLst>
        </pc:spChg>
        <pc:picChg chg="add mod ord">
          <ac:chgData name="Neelam Rajput" userId="3f03a5e57df722c8" providerId="LiveId" clId="{E75B93BF-19EF-43FE-AE5D-323DA3AD6BF8}" dt="2026-05-09T20:15:44.154" v="210" actId="14100"/>
          <ac:picMkLst>
            <pc:docMk/>
            <pc:sldMk cId="2101481621" sldId="267"/>
            <ac:picMk id="5" creationId="{CD89A74D-2517-AFBA-6131-EAFA43A55C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29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52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80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9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8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4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0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2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74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60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6AC6DDC-43A5-4E5D-93DA-FAB25CDC97E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692D9A3-190B-4E6E-83BA-B97E0B3C2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89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4F9F-FCC3-F493-9C2F-F0A93C4DE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23960"/>
          </a:xfrm>
        </p:spPr>
        <p:txBody>
          <a:bodyPr/>
          <a:lstStyle/>
          <a:p>
            <a:r>
              <a:rPr lang="en-IN" dirty="0"/>
              <a:t>E-Commerce </a:t>
            </a:r>
            <a:r>
              <a:rPr lang="en-IN" dirty="0">
                <a:solidFill>
                  <a:srgbClr val="92D050"/>
                </a:solidFill>
              </a:rPr>
              <a:t>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03970-592B-2763-DA64-F3B51406B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u="sng" dirty="0"/>
              <a:t>(Financial Data Analysis using Python)</a:t>
            </a:r>
            <a:br>
              <a:rPr lang="en-IN" u="sng" dirty="0"/>
            </a:br>
            <a:r>
              <a:rPr lang="en-IN" u="sng" dirty="0"/>
              <a:t>  </a:t>
            </a:r>
            <a:br>
              <a:rPr lang="en-IN" dirty="0"/>
            </a:br>
            <a:r>
              <a:rPr lang="en-IN" dirty="0">
                <a:solidFill>
                  <a:srgbClr val="92D050"/>
                </a:solidFill>
              </a:rPr>
              <a:t>Neelam Rajput</a:t>
            </a:r>
            <a:br>
              <a:rPr lang="en-IN" dirty="0"/>
            </a:br>
            <a:r>
              <a:rPr lang="en-IN" dirty="0" err="1"/>
              <a:t>Msc</a:t>
            </a:r>
            <a:r>
              <a:rPr lang="en-IN" dirty="0"/>
              <a:t>. Data  Science |2024-2026</a:t>
            </a:r>
          </a:p>
        </p:txBody>
      </p:sp>
    </p:spTree>
    <p:extLst>
      <p:ext uri="{BB962C8B-B14F-4D97-AF65-F5344CB8AC3E}">
        <p14:creationId xmlns:p14="http://schemas.microsoft.com/office/powerpoint/2010/main" val="401678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A1F8-6CE8-3312-BCD2-2D9200FFF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45" y="500062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</a:t>
            </a:r>
            <a:r>
              <a:rPr lang="en-IN" dirty="0"/>
              <a:t> Project Objectives 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46CFC67-0F13-0C0E-7911-5BB0DD878545}"/>
              </a:ext>
            </a:extLst>
          </p:cNvPr>
          <p:cNvSpPr/>
          <p:nvPr/>
        </p:nvSpPr>
        <p:spPr>
          <a:xfrm>
            <a:off x="1179871" y="2585884"/>
            <a:ext cx="2841523" cy="2930013"/>
          </a:xfrm>
          <a:prstGeom prst="flowChartAlternateProcess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6171A0A-34C8-F4C7-B786-B4369D4D3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8119" y="2585884"/>
            <a:ext cx="2819794" cy="2782530"/>
          </a:xfrm>
          <a:prstGeom prst="flowChartAlternateProcess">
            <a:avLst/>
          </a:prstGeom>
          <a:solidFill>
            <a:srgbClr val="92D050"/>
          </a:solidFill>
          <a:ln w="1905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DB25A795-3920-A862-2D90-4B877C8351F9}"/>
              </a:ext>
            </a:extLst>
          </p:cNvPr>
          <p:cNvSpPr/>
          <p:nvPr/>
        </p:nvSpPr>
        <p:spPr>
          <a:xfrm>
            <a:off x="7494639" y="2585883"/>
            <a:ext cx="2841523" cy="2930013"/>
          </a:xfrm>
          <a:prstGeom prst="flowChartAlternateProcess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8E0DAB-8B60-88EA-524F-B27E55E3B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638" y="2661415"/>
            <a:ext cx="2791215" cy="27825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EEA1DF-E6DC-29DC-CD7E-57CE868B8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923" y="2657832"/>
            <a:ext cx="2725148" cy="27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70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3B9E-2CA3-61F2-51F1-1DB1410C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</a:t>
            </a:r>
            <a:r>
              <a:rPr lang="en-IN" dirty="0"/>
              <a:t> Analytical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3E59BC-5581-0FA3-0CDD-6C6C6C4A1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993" y="2096028"/>
            <a:ext cx="9412013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0CBF-6D99-3944-5CD7-4E719693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</a:t>
            </a:r>
            <a:r>
              <a:rPr lang="en-IN" dirty="0"/>
              <a:t> Dataset Characteristics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D685F-410E-A5C8-4A58-0E9865D8F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167" y="2381686"/>
            <a:ext cx="9698478" cy="306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1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E883-20AE-0789-0E17-E27B1E37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</a:t>
            </a:r>
            <a:r>
              <a:rPr lang="en-IN" dirty="0"/>
              <a:t> Monthly Sales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804558-4E41-36B6-EFC9-F754841B8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387" y="2272265"/>
            <a:ext cx="9374277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7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D6C4-E84F-635D-10A8-B6D6987A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 </a:t>
            </a:r>
            <a:r>
              <a:rPr lang="en-IN" dirty="0"/>
              <a:t>Sub-Category 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E3BC-FE8B-D9D0-788B-0E294F715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2000" dirty="0"/>
              <a:t>| Alert</a:t>
            </a:r>
            <a:r>
              <a:rPr lang="en-IN" sz="2000" dirty="0">
                <a:latin typeface="+mj-lt"/>
              </a:rPr>
              <a:t>: Negative margins in “Tables” and “Bookcases” indicate a failure in pricing/discount alignment, while “Copiers”  remains the efficiency driver.</a:t>
            </a:r>
            <a:endParaRPr lang="en-IN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947DD-E9E5-CC70-C8AD-1D6AD59A9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2330245"/>
            <a:ext cx="8907118" cy="225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0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1E3A-73C9-3C81-934C-9DBCF5DF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 </a:t>
            </a:r>
            <a:r>
              <a:rPr lang="en-IN" dirty="0"/>
              <a:t>Customer Segment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518E2-B599-9EF6-4774-149E8C5B90DA}"/>
              </a:ext>
            </a:extLst>
          </p:cNvPr>
          <p:cNvSpPr txBox="1"/>
          <p:nvPr/>
        </p:nvSpPr>
        <p:spPr>
          <a:xfrm>
            <a:off x="1484671" y="5073445"/>
            <a:ext cx="891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Sales-to-Profit Ratio measures how many dollars sales required to generate $1 profit.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E6A282-3D10-75BA-677D-46C61E3CF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999" y="1981696"/>
            <a:ext cx="929769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847B-A442-A08F-403B-9E7BCB85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| Annual Sales &amp; YOY Growth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89A74D-2517-AFBA-6131-EAFA43A55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916" y="1829291"/>
            <a:ext cx="882424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8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ECAF-4CC3-B94D-819E-3FBB9CC5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 </a:t>
            </a:r>
            <a:r>
              <a:rPr lang="en-IN" dirty="0"/>
              <a:t>Key findings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1F93A-F5FF-E0C5-E517-A590858E1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2B645-7DE7-956B-B8AA-1983E318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098341"/>
            <a:ext cx="9409806" cy="28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34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23E5-0727-295C-1BA9-2D29DC2B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92D050"/>
                </a:solidFill>
              </a:rPr>
              <a:t>|</a:t>
            </a:r>
            <a:r>
              <a:rPr lang="en-IN" dirty="0"/>
              <a:t> Recommendations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6BF3A3-78C5-0825-B432-2C347499B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325" y="1844842"/>
            <a:ext cx="9577137" cy="32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2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455A-D8CB-9F5D-8A0B-D00BF4EB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0110-1F66-0E23-664F-BAC5D00D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200" dirty="0">
                <a:solidFill>
                  <a:srgbClr val="92D050"/>
                </a:solidFill>
              </a:rPr>
              <a:t>Thank You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901F65-8407-3C08-DEB7-A77B96B2DF9D}"/>
              </a:ext>
            </a:extLst>
          </p:cNvPr>
          <p:cNvCxnSpPr>
            <a:cxnSpLocks/>
          </p:cNvCxnSpPr>
          <p:nvPr/>
        </p:nvCxnSpPr>
        <p:spPr>
          <a:xfrm flipV="1">
            <a:off x="3480619" y="2802194"/>
            <a:ext cx="5211097" cy="7865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53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100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E-Commerce Sales Analysis</vt:lpstr>
      <vt:lpstr>| Project Objectives </vt:lpstr>
      <vt:lpstr>| Analytical Pipeline</vt:lpstr>
      <vt:lpstr>| Dataset Characteristics</vt:lpstr>
      <vt:lpstr>| Monthly Sales Analysis</vt:lpstr>
      <vt:lpstr>| Sub-Category Profitability</vt:lpstr>
      <vt:lpstr>| Customer Segment Performance</vt:lpstr>
      <vt:lpstr>| Annual Sales &amp; YOY Growth </vt:lpstr>
      <vt:lpstr>| Key findings </vt:lpstr>
      <vt:lpstr>|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 Rajput</dc:creator>
  <cp:lastModifiedBy>Neelam Rajput</cp:lastModifiedBy>
  <cp:revision>1</cp:revision>
  <dcterms:created xsi:type="dcterms:W3CDTF">2026-05-09T19:18:44Z</dcterms:created>
  <dcterms:modified xsi:type="dcterms:W3CDTF">2026-05-09T20:18:14Z</dcterms:modified>
</cp:coreProperties>
</file>